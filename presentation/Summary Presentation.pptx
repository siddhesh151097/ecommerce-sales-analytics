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928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475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210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567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167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144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579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726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325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560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63692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018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7352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748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845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615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28E7D-8884-414E-99DC-A67BCF665D9C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C7789BE-1445-4599-A9C5-0C2066B6C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134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059621-537D-A3C9-139A-80336446C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39855"/>
            <a:ext cx="10515600" cy="96419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5400" dirty="0" err="1"/>
              <a:t>Olist</a:t>
            </a:r>
            <a:r>
              <a:rPr lang="en-IN" sz="5400" dirty="0"/>
              <a:t> Ecommerce Performance Analysis</a:t>
            </a:r>
            <a:endParaRPr lang="en-IN" sz="5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DF153-CD19-19D6-9981-E35C9CE20564}"/>
              </a:ext>
            </a:extLst>
          </p:cNvPr>
          <p:cNvSpPr txBox="1"/>
          <p:nvPr/>
        </p:nvSpPr>
        <p:spPr>
          <a:xfrm>
            <a:off x="1093510" y="3683524"/>
            <a:ext cx="8328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 Cross-Platform Data Deep Dive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1F8857-9F0E-EF43-AF9C-53952403935C}"/>
              </a:ext>
            </a:extLst>
          </p:cNvPr>
          <p:cNvSpPr/>
          <p:nvPr/>
        </p:nvSpPr>
        <p:spPr>
          <a:xfrm>
            <a:off x="1093510" y="5665256"/>
            <a:ext cx="2288976" cy="64230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GROUP 3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059FFB-7C32-3E67-E2AE-FFDFC41BC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2" r="20459"/>
          <a:stretch>
            <a:fillRect/>
          </a:stretch>
        </p:blipFill>
        <p:spPr>
          <a:xfrm>
            <a:off x="7680176" y="3868190"/>
            <a:ext cx="2934405" cy="252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130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59BF4-48EA-9AA0-8053-F1C3DEF41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56" y="317369"/>
            <a:ext cx="8596668" cy="660400"/>
          </a:xfrm>
        </p:spPr>
        <p:txBody>
          <a:bodyPr/>
          <a:lstStyle/>
          <a:p>
            <a:r>
              <a:rPr lang="en-US" dirty="0"/>
              <a:t>Market Reach Through KPI’s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7C78EC-4AFE-7D72-D31E-CDC3E5A2B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81" y="1270000"/>
            <a:ext cx="4464660" cy="21493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80E0AD-7AEC-1F0F-2D0C-EC48B611F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290" y="1270000"/>
            <a:ext cx="5560178" cy="21493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7DDA35-C59F-948D-AC62-5E6C2DDFE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71" b="6530"/>
          <a:stretch>
            <a:fillRect/>
          </a:stretch>
        </p:blipFill>
        <p:spPr>
          <a:xfrm>
            <a:off x="369369" y="3563333"/>
            <a:ext cx="4287471" cy="28186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FB76B1-4E8D-BEAE-1ACB-04A46A1D54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993" y="3563333"/>
            <a:ext cx="5695474" cy="281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89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F34D-8A29-908C-1B23-83C0C0CE7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Executive Performance Overview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AD2BECB-AB81-8C94-56BD-898AF4E984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610" y="1583703"/>
            <a:ext cx="7560297" cy="4664697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1EECA8B-91AB-A578-75D5-C626848A109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77334" y="3454386"/>
            <a:ext cx="372498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99.44K total platform orders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4.09 average review score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99K total customers reached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674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D3FB-89D5-EECD-03C3-2D3B7BD16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Revenue Growth Trajectory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39E531-944E-FB4D-4DB0-065E88D59BA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720" y="1404594"/>
            <a:ext cx="7456601" cy="4804193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F808EB4-4E4F-2B22-EECB-6DA1FC47F92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77334" y="3345025"/>
            <a:ext cx="36728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$13.59M total platform sales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revenue $2.8M (2018)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Sao Paulo leading city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059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EB9E5-EC4D-51C1-28D7-51EF5EA21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Monthly Revenue Volatility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1C53F5-117F-55F0-8423-D6107749AB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910" y="1470581"/>
            <a:ext cx="7400851" cy="4777819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3E7D1A87-D3EF-00D9-B33E-282C2B328F3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03956" y="3397825"/>
            <a:ext cx="413895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$16.01M total payments realized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September revenue slump identified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3,095 active platform sellers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013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23D8B-33F9-8391-F305-1C001D6FB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Category Performance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2B4C1C3-341D-6ECC-8D0C-285B16287C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866" y="1386983"/>
            <a:ext cx="7494309" cy="4861417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1250E039-488A-252A-255A-ABA020C03A7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17078" y="3356026"/>
            <a:ext cx="380969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Health/Beauty #1 revenue driver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73 unique product categories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Q2 highest order volume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1606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5188E-8406-40FB-2D8B-4FFF50BF8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Payment Method Preferences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30DFD0-3549-9E84-12F2-BB5197F05E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586" y="1536569"/>
            <a:ext cx="7484882" cy="4949072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4AB971A-54C9-B22E-93F0-DDD973BF2E3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23649" y="3429000"/>
            <a:ext cx="417293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 cards dominate payments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77% weekday order volume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Boleto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second preferred method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465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9C517-9C82-1872-033A-8955AE936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Logistics &amp; Satisfaction Correlation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D275A3-4DA0-C467-405B-C62226E943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208" y="1677971"/>
            <a:ext cx="7833674" cy="4570429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7296FEE-8731-56B8-7A93-88A033C47C3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08375" y="3501520"/>
            <a:ext cx="341638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11-day delivery earns 5-stars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21-day delivery yields 1-star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12.50 average delivery days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677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0153A-91C7-92A2-EE31-FF90EC82D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Strategic Recommendations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7C51617-92A5-5A13-92ED-CB38355B8D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524" y="1602556"/>
            <a:ext cx="6920223" cy="4515439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EEEA877-097E-2D1A-2477-A453E1A7887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49739" y="3319595"/>
            <a:ext cx="483978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11-day delivery goal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Launch September recovery campaign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Sao Paulo marketing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2152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572</TotalTime>
  <Words>133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Trebuchet MS</vt:lpstr>
      <vt:lpstr>Wingdings 3</vt:lpstr>
      <vt:lpstr>Facet</vt:lpstr>
      <vt:lpstr>Olist Ecommerce Performance Analysis</vt:lpstr>
      <vt:lpstr>Market Reach Through KPI’s</vt:lpstr>
      <vt:lpstr>Executive Performance Overview</vt:lpstr>
      <vt:lpstr>Revenue Growth Trajectory</vt:lpstr>
      <vt:lpstr>Monthly Revenue Volatility</vt:lpstr>
      <vt:lpstr>Top Category Performance</vt:lpstr>
      <vt:lpstr>Payment Method Preferences</vt:lpstr>
      <vt:lpstr>Logistics &amp; Satisfaction Correlation</vt:lpstr>
      <vt:lpstr>Final Strategic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siddhesh deshmukh</dc:creator>
  <cp:lastModifiedBy>siddhesh deshmukh</cp:lastModifiedBy>
  <cp:revision>30</cp:revision>
  <dcterms:created xsi:type="dcterms:W3CDTF">2025-11-09T05:19:10Z</dcterms:created>
  <dcterms:modified xsi:type="dcterms:W3CDTF">2026-01-09T15:34:39Z</dcterms:modified>
</cp:coreProperties>
</file>